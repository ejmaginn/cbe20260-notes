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20: Organic Rankine Cycle Example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Worked Example: Data Center Waste Heat Recovery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evaluate an ORC designed to recover waste heat from a server farm. The hot exhaust air from the servers is used to boil a refrigerant, </a:t>
                </a:r>
                <a:r>
                  <a:rPr b="1"/>
                  <a:t>R-134a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Operating Conditions:</a:t>
                </a:r>
                <a:r>
                  <a:rPr/>
                  <a:t> * </a:t>
                </a:r>
                <a:r>
                  <a:rPr b="1"/>
                  <a:t>Boiler (evaporator):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At this pressure, R-134a boils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which is perfect for absorbing heat from </a:t>
                </a:r>
                <a14:m>
                  <m:oMath xmlns:m="http://schemas.openxmlformats.org/officeDocument/2006/math">
                    <m:sSup>
                      <m:e>
                        <m:r>
                          <m:t>45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 data center exhaust. Saturated vapor exits. * </a:t>
                </a:r>
                <a:r>
                  <a:rPr b="1"/>
                  <a:t>Condenser: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Condenses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allowing heat rejection to cooling water. Saturated liquid exits. * </a:t>
                </a:r>
                <a:r>
                  <a:rPr b="1"/>
                  <a:t>Ideal Components:</a:t>
                </a:r>
                <a:r>
                  <a:rPr/>
                  <a:t> For simplicity, assume the turbine and pump are perfectly reversible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1.0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Turbine Expansion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use the R-134a thermodynamic tables to find the states:</a:t>
                </a:r>
              </a:p>
              <a:p>
                <a:pPr lvl="0"/>
                <a:r>
                  <a:rPr b="1"/>
                  <a:t>State 2 (Boiler Out / Turbine In):</a:t>
                </a:r>
                <a:r>
                  <a:rPr/>
                  <a:t> Sat. Vapor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State 3 (Turbine Out / Condenser In):</a:t>
                </a:r>
                <a:r>
                  <a:rPr/>
                  <a:t> Isentropic expansion to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1"/>
                <a:r>
                  <a:rPr i="1"/>
                  <a:t>(From tables at 5 bar, this entropy is slightly inside the vapor dome,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0.98</m:t>
                    </m:r>
                  </m:oMath>
                </a14:m>
                <a:r>
                  <a:rPr i="1"/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260.0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 b="1"/>
                  <a:t>Turbine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t</m:t>
                        </m:r>
                        <m:r>
                          <m:t>u</m:t>
                        </m:r>
                        <m:r>
                          <m:t>r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271.0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260.0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11.0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Pumping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State 4 (Condenser Out / Pump In):</a:t>
                </a:r>
                <a:r>
                  <a:rPr/>
                  <a:t> Sat. Liquid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0.0008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  <m:r>
                      <m:rPr>
                        <m:nor/>
                        <m:sty m:val="p"/>
                      </m:rPr>
                      <m:t>kg</m:t>
                    </m:r>
                  </m:oMath>
                </a14:m>
              </a:p>
              <a:p>
                <a:pPr lvl="0"/>
                <a:r>
                  <a:rPr b="1"/>
                  <a:t>State 1 (Pump Out / Boiler In):</a:t>
                </a:r>
                <a:r>
                  <a:rPr/>
                  <a:t> Pumped to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b</m:t>
                            </m:r>
                            <m:r>
                              <m:t>o</m:t>
                            </m:r>
                            <m:r>
                              <m:t>i</m:t>
                            </m:r>
                            <m:r>
                              <m:t>l</m:t>
                            </m:r>
                            <m:r>
                              <m:t>e</m:t>
                            </m:r>
                            <m: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c</m:t>
                            </m:r>
                            <m:r>
                              <m:t>o</m:t>
                            </m:r>
                            <m:r>
                              <m:t>n</m:t>
                            </m:r>
                            <m:r>
                              <m:t>d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0.0008</m:t>
                        </m:r>
                      </m:e>
                    </m:d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×</m:t>
                    </m:r>
                    <m:r>
                      <m:t>100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0.4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71.0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0.4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71.4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Efficiency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Net Work: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11.0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10.6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Heat Added: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271.0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71.4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199.6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10.6</m:t>
                          </m:r>
                        </m:num>
                        <m:den>
                          <m:r>
                            <m:t>199.6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0.053</m:t>
                      </m:r>
                      <m:r>
                        <m:rPr>
                          <m:sty m:val="p"/>
                        </m:rPr>
                        <m:t>⟹</m:t>
                      </m:r>
                      <m:r>
                        <m:rPr>
                          <m:sty m:val="b"/>
                        </m:rPr>
                        <m:t>5.3</m:t>
                      </m:r>
                      <m:r>
                        <m:rPr>
                          <m:sty m:val="b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Is 5.3% terrible?</a:t>
                </a:r>
                <a:r>
                  <a:rPr/>
                  <a:t> Not necessarily! The Carnot efficiency for these temperatures (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H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312.5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C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288.8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) is only </a:t>
                </a:r>
                <a14:m>
                  <m:oMath xmlns:m="http://schemas.openxmlformats.org/officeDocument/2006/math">
                    <m:sSub>
                      <m:e>
                        <m:r>
                          <m:t>η</m:t>
                        </m:r>
                      </m:e>
                      <m:sub>
                        <m:r>
                          <m:t>m</m:t>
                        </m:r>
                        <m:r>
                          <m:t>a</m:t>
                        </m:r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288.8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312.5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7.6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 We are getting free power out of heat that would otherwise just be vented into the atmosphere!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20: Organic Rankine Cycle Example</dc:title>
  <dc:creator>Edward Maginn</dc:creator>
  <cp:keywords/>
  <dcterms:created xsi:type="dcterms:W3CDTF">2026-03-31T02:05:02Z</dcterms:created>
  <dcterms:modified xsi:type="dcterms:W3CDTF">2026-03-31T02:05:02Z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