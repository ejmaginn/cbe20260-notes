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966EB9-9916-0F48-B655-4A8CE3F52801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75C8B-A681-2148-AECA-D1BAA37ED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2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75C8B-A681-2148-AECA-D1BAA37ED4B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48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12925-2A53-8D8F-513F-B9F8AD4D76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6751C0-D007-B8C5-587A-1B816880E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818CC-4E19-D78F-B02F-BC28DEA86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52CD1-F5B9-4F43-8A4F-36CAC87EEE01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20EC7-BDCC-FA4B-2796-E9DF5B037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2A6C2-7502-E5AF-3330-E40764654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D037B-908F-7749-903E-7D963BF2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13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53459-93C3-41FD-AA65-1C9080ACB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0F155-E709-9554-41EF-8DA46CA21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B4D2B-B36C-1AE1-49B2-B3C0CBAD1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52CD1-F5B9-4F43-8A4F-36CAC87EEE01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DEFC0-5D2D-9522-91B4-21B734906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83299-C75E-DAFC-226D-F5926ED7F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D037B-908F-7749-903E-7D963BF2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611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88A23-DB0C-CD4C-5B51-80F879518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F3266-C164-BEE0-BE78-E2254BF1B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148C4-D4DD-CE1F-442C-A8ACE9C5C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52CD1-F5B9-4F43-8A4F-36CAC87EEE01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EECFD-9EC4-93A6-45F8-2CD77D30E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18948-8D21-B556-3BB7-75C2B0C20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D037B-908F-7749-903E-7D963BF2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30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88FE1-5510-5B1B-80AA-BB60F6851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5AB90-09B7-27CC-BCFF-1F6275A322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6E820-E454-2B00-0C0F-1218C6F67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EC5CD6-260A-F801-3187-F3048DAE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52CD1-F5B9-4F43-8A4F-36CAC87EEE01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42383-18DC-9516-A003-A452F11D2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C60A7-E5FC-CAFB-6C24-D79ED80D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D037B-908F-7749-903E-7D963BF2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369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8490E-1034-C8AB-551B-39B35EC1E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64785-BED2-3D75-E5EB-362C612D2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2DC629-E227-C620-129F-017B0A8B1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416315-B027-B577-706C-E40AAA8AF3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C66BD0-5596-29D1-CD61-0CFA427008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45486E-5FB0-D0DA-2A46-AAE44F5F9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52CD1-F5B9-4F43-8A4F-36CAC87EEE01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33AB83-496F-B73F-04BB-7B5E26857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128E8F-990B-6CFD-6744-C5A756E26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D037B-908F-7749-903E-7D963BF2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174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E75DC-FE78-2566-FF87-C492A957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8C3940-6E3A-B3AE-DD5A-627821340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52CD1-F5B9-4F43-8A4F-36CAC87EEE01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50CF55-A77B-BEE1-AFEC-FB89C8059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4A2C8-12B2-1867-A7E8-8361756E7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D037B-908F-7749-903E-7D963BF2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129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233E2-FEFB-1414-34F9-36DD0BE7E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52CD1-F5B9-4F43-8A4F-36CAC87EEE01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A3F507-381F-2151-A4D7-76F1F7986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61041-7768-E393-9CC6-05E967053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D037B-908F-7749-903E-7D963BF2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766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59B12-9ED5-A38A-0CE6-9032654FE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F3A84-E70C-BE5F-4717-B66631C6A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B6172F-8557-38A8-274D-A6B4E6371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1FB5F-3A46-21A6-9335-1C0B4CD58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52CD1-F5B9-4F43-8A4F-36CAC87EEE01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02793-98FD-2D99-FCC5-28A82D354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D3AEC-AA7C-84BF-3A0F-FDD4ED1F0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D037B-908F-7749-903E-7D963BF2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781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C4E57-959A-8AAF-B226-6BE257DD1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875563-F082-2329-37D8-419C67762A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3453A1-D9EF-4065-BCDC-1A4BFABE2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391C9-6615-CC3A-3364-1C8843DFC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52CD1-F5B9-4F43-8A4F-36CAC87EEE01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368E0-B6D0-3FE1-1438-C1ADE7B00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331CC-C679-AC90-FFCF-8BF8CDCD6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D037B-908F-7749-903E-7D963BF2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370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E348B-5E78-DC39-93ED-D300C9AE6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F7594A-50BE-E5B3-5893-F9198D69E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F385E-567F-C511-C66B-D5EA36B28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52CD1-F5B9-4F43-8A4F-36CAC87EEE01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535E0-C7DB-208A-7304-8FCDD9BEF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6F6AA-5870-76D8-3928-0C62A84BE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D037B-908F-7749-903E-7D963BF2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003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B03C71-B601-6A71-05D9-674AAA20C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310E18-2F51-908E-B18E-E54F2B62B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8B50B-95E1-98BB-D431-C3997A49A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52CD1-F5B9-4F43-8A4F-36CAC87EEE01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DF35F-5BE5-5654-A76D-F0F6E77BD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F13E1-6477-259A-4A59-1F94F8C9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D037B-908F-7749-903E-7D963BF2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98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45C5C0-1E2E-C324-FAFE-45F324CF1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0BBAD-43CF-C663-F8B6-1E0287A42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8542D-EEBE-2CD9-19A7-5FC44462A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052CD1-F5B9-4F43-8A4F-36CAC87EEE01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47981-833C-B783-B80D-ADA13138E7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187CE-3638-083C-907E-F88F527122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ED037B-908F-7749-903E-7D963BF25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618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E1047ED0-BF37-564C-3771-3FDC1831125D}"/>
              </a:ext>
            </a:extLst>
          </p:cNvPr>
          <p:cNvGrpSpPr/>
          <p:nvPr/>
        </p:nvGrpSpPr>
        <p:grpSpPr>
          <a:xfrm>
            <a:off x="5599134" y="1098810"/>
            <a:ext cx="2016691" cy="3197617"/>
            <a:chOff x="5599134" y="1098810"/>
            <a:chExt cx="2016691" cy="319761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328FF6E-8FDD-C2FB-FBCF-D4B16104020C}"/>
                </a:ext>
              </a:extLst>
            </p:cNvPr>
            <p:cNvSpPr/>
            <p:nvPr/>
          </p:nvSpPr>
          <p:spPr>
            <a:xfrm>
              <a:off x="5599134" y="1139868"/>
              <a:ext cx="2016691" cy="3156559"/>
            </a:xfrm>
            <a:prstGeom prst="rect">
              <a:avLst/>
            </a:prstGeom>
            <a:noFill/>
            <a:ln w="508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DEC9B55-0135-7B24-7322-6A4ADB7D39CC}"/>
                </a:ext>
              </a:extLst>
            </p:cNvPr>
            <p:cNvCxnSpPr/>
            <p:nvPr/>
          </p:nvCxnSpPr>
          <p:spPr>
            <a:xfrm>
              <a:off x="5599134" y="2943616"/>
              <a:ext cx="201669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41F8AC-00A5-6189-E00D-7D1EA11A2BCD}"/>
                </a:ext>
              </a:extLst>
            </p:cNvPr>
            <p:cNvSpPr/>
            <p:nvPr/>
          </p:nvSpPr>
          <p:spPr>
            <a:xfrm>
              <a:off x="5599134" y="2940484"/>
              <a:ext cx="2016691" cy="1352811"/>
            </a:xfrm>
            <a:prstGeom prst="rect">
              <a:avLst/>
            </a:prstGeom>
            <a:solidFill>
              <a:schemeClr val="accent1">
                <a:alpha val="20848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D018CC5-0994-D9C4-5D09-3E7B479CB0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32829" y="1098810"/>
              <a:ext cx="749300" cy="9398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6C53658-56C7-A2B7-0F63-3EFCD5F42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39179" y="3109064"/>
              <a:ext cx="736600" cy="939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6554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33054E49-C243-0DFA-E8E6-A6337803A5E7}"/>
              </a:ext>
            </a:extLst>
          </p:cNvPr>
          <p:cNvGrpSpPr/>
          <p:nvPr/>
        </p:nvGrpSpPr>
        <p:grpSpPr>
          <a:xfrm>
            <a:off x="2016690" y="1327759"/>
            <a:ext cx="7002050" cy="3976828"/>
            <a:chOff x="2016690" y="1327759"/>
            <a:chExt cx="7002050" cy="3976828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716628C2-2831-C87C-49A2-97F94AEF21EB}"/>
                </a:ext>
              </a:extLst>
            </p:cNvPr>
            <p:cNvCxnSpPr/>
            <p:nvPr/>
          </p:nvCxnSpPr>
          <p:spPr>
            <a:xfrm flipV="1">
              <a:off x="2768252" y="1327759"/>
              <a:ext cx="0" cy="3369501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F696C846-1AF3-D9FD-FB6C-5E82000BB593}"/>
                </a:ext>
              </a:extLst>
            </p:cNvPr>
            <p:cNvCxnSpPr/>
            <p:nvPr/>
          </p:nvCxnSpPr>
          <p:spPr>
            <a:xfrm flipV="1">
              <a:off x="2793304" y="4622104"/>
              <a:ext cx="6225436" cy="87682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ACBD380D-874A-E4DE-18D0-FE7CED892E4F}"/>
                </a:ext>
              </a:extLst>
            </p:cNvPr>
            <p:cNvSpPr/>
            <p:nvPr/>
          </p:nvSpPr>
          <p:spPr>
            <a:xfrm>
              <a:off x="3832964" y="1553227"/>
              <a:ext cx="4647157" cy="2474071"/>
            </a:xfrm>
            <a:custGeom>
              <a:avLst/>
              <a:gdLst>
                <a:gd name="csX0" fmla="*/ 0 w 4647157"/>
                <a:gd name="csY0" fmla="*/ 0 h 2474071"/>
                <a:gd name="csX1" fmla="*/ 1139869 w 4647157"/>
                <a:gd name="csY1" fmla="*/ 2467628 h 2474071"/>
                <a:gd name="csX2" fmla="*/ 4647157 w 4647157"/>
                <a:gd name="csY2" fmla="*/ 576198 h 2474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647157" h="2474071">
                  <a:moveTo>
                    <a:pt x="0" y="0"/>
                  </a:moveTo>
                  <a:cubicBezTo>
                    <a:pt x="182671" y="1185797"/>
                    <a:pt x="365343" y="2371595"/>
                    <a:pt x="1139869" y="2467628"/>
                  </a:cubicBezTo>
                  <a:cubicBezTo>
                    <a:pt x="1914395" y="2563661"/>
                    <a:pt x="3280776" y="1569929"/>
                    <a:pt x="4647157" y="576198"/>
                  </a:cubicBezTo>
                </a:path>
              </a:pathLst>
            </a:cu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80091F8-A38A-1523-5369-2D8D4AE1CB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72833" y="3939616"/>
              <a:ext cx="182880" cy="18288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ED71E0E-0A03-B7FA-83E2-8F54E080EB75}"/>
                </a:ext>
              </a:extLst>
            </p:cNvPr>
            <p:cNvCxnSpPr/>
            <p:nvPr/>
          </p:nvCxnSpPr>
          <p:spPr>
            <a:xfrm>
              <a:off x="4045907" y="1753644"/>
              <a:ext cx="475989" cy="155322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0551F45-0190-2823-287D-33DA81D6FEB2}"/>
                </a:ext>
              </a:extLst>
            </p:cNvPr>
            <p:cNvSpPr txBox="1"/>
            <p:nvPr/>
          </p:nvSpPr>
          <p:spPr>
            <a:xfrm>
              <a:off x="2016690" y="1691014"/>
              <a:ext cx="348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6BBE6F2-3221-5221-B3FC-C7109414F97C}"/>
                </a:ext>
              </a:extLst>
            </p:cNvPr>
            <p:cNvSpPr txBox="1"/>
            <p:nvPr/>
          </p:nvSpPr>
          <p:spPr>
            <a:xfrm>
              <a:off x="7791189" y="4935255"/>
              <a:ext cx="687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state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FED3BA5-1596-04C7-46D7-DED07C541EF6}"/>
                </a:ext>
              </a:extLst>
            </p:cNvPr>
            <p:cNvSpPr txBox="1"/>
            <p:nvPr/>
          </p:nvSpPr>
          <p:spPr>
            <a:xfrm>
              <a:off x="6563638" y="1327759"/>
              <a:ext cx="14922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Constant T, P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D0CD347-6030-CE01-2180-46F8E7D6F9AE}"/>
                </a:ext>
              </a:extLst>
            </p:cNvPr>
            <p:cNvCxnSpPr/>
            <p:nvPr/>
          </p:nvCxnSpPr>
          <p:spPr>
            <a:xfrm flipH="1">
              <a:off x="5974915" y="2379945"/>
              <a:ext cx="1390389" cy="10490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647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EA9962B4-1C23-1468-A12E-46B044AF5014}"/>
              </a:ext>
            </a:extLst>
          </p:cNvPr>
          <p:cNvGrpSpPr/>
          <p:nvPr/>
        </p:nvGrpSpPr>
        <p:grpSpPr>
          <a:xfrm>
            <a:off x="1853852" y="1164921"/>
            <a:ext cx="6463430" cy="4352608"/>
            <a:chOff x="1853852" y="1164921"/>
            <a:chExt cx="6463430" cy="4352608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05DC009-22C3-2ED1-3974-543DFC1746BB}"/>
                </a:ext>
              </a:extLst>
            </p:cNvPr>
            <p:cNvCxnSpPr/>
            <p:nvPr/>
          </p:nvCxnSpPr>
          <p:spPr>
            <a:xfrm>
              <a:off x="2192055" y="1164921"/>
              <a:ext cx="0" cy="385801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5BFD409-2FAD-D34F-FF5B-66FB05D0F7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2055" y="5022937"/>
              <a:ext cx="6125227" cy="20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0A2FC0-6B07-16EC-496B-F553A84FE82D}"/>
                </a:ext>
              </a:extLst>
            </p:cNvPr>
            <p:cNvCxnSpPr/>
            <p:nvPr/>
          </p:nvCxnSpPr>
          <p:spPr>
            <a:xfrm flipV="1">
              <a:off x="3469710" y="3429000"/>
              <a:ext cx="1177446" cy="8047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F97B6A7-9500-5B89-CEB6-3735C88CF8A6}"/>
                </a:ext>
              </a:extLst>
            </p:cNvPr>
            <p:cNvCxnSpPr/>
            <p:nvPr/>
          </p:nvCxnSpPr>
          <p:spPr>
            <a:xfrm flipV="1">
              <a:off x="4659682" y="1841326"/>
              <a:ext cx="551145" cy="15876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29D1CB3-E7A9-3E8E-F631-1AF0823DE3B8}"/>
                </a:ext>
              </a:extLst>
            </p:cNvPr>
            <p:cNvCxnSpPr/>
            <p:nvPr/>
          </p:nvCxnSpPr>
          <p:spPr>
            <a:xfrm flipV="1">
              <a:off x="4647156" y="2705622"/>
              <a:ext cx="2455102" cy="7233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711CC1D-5A60-C147-72B9-BD45F0284B97}"/>
                </a:ext>
              </a:extLst>
            </p:cNvPr>
            <p:cNvSpPr txBox="1"/>
            <p:nvPr/>
          </p:nvSpPr>
          <p:spPr>
            <a:xfrm>
              <a:off x="4308953" y="2179529"/>
              <a:ext cx="314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247753D-8371-A8AB-795F-B72F7FE4045E}"/>
                </a:ext>
              </a:extLst>
            </p:cNvPr>
            <p:cNvSpPr txBox="1"/>
            <p:nvPr/>
          </p:nvSpPr>
          <p:spPr>
            <a:xfrm>
              <a:off x="5937337" y="210437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5BF298D-12C8-D66B-C1A9-158ABFEE9141}"/>
                </a:ext>
              </a:extLst>
            </p:cNvPr>
            <p:cNvSpPr txBox="1"/>
            <p:nvPr/>
          </p:nvSpPr>
          <p:spPr>
            <a:xfrm>
              <a:off x="6400800" y="3645074"/>
              <a:ext cx="31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C90B796-BB05-D631-2E34-604CEE56791D}"/>
                </a:ext>
              </a:extLst>
            </p:cNvPr>
            <p:cNvSpPr txBox="1"/>
            <p:nvPr/>
          </p:nvSpPr>
          <p:spPr>
            <a:xfrm>
              <a:off x="4621060" y="3413157"/>
              <a:ext cx="5214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TP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A9B021C-7FDA-A8B3-9ABD-974BB6509132}"/>
                </a:ext>
              </a:extLst>
            </p:cNvPr>
            <p:cNvSpPr txBox="1"/>
            <p:nvPr/>
          </p:nvSpPr>
          <p:spPr>
            <a:xfrm>
              <a:off x="7078563" y="2473705"/>
              <a:ext cx="5260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876C8FA-72F4-867A-079F-D68FE8BA6F27}"/>
                </a:ext>
              </a:extLst>
            </p:cNvPr>
            <p:cNvCxnSpPr/>
            <p:nvPr/>
          </p:nvCxnSpPr>
          <p:spPr>
            <a:xfrm>
              <a:off x="6125226" y="3003116"/>
              <a:ext cx="0" cy="216074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F396CBB-D2B2-D3B9-8C86-4D11DD07DD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8926" y="3221280"/>
              <a:ext cx="588452" cy="0"/>
            </a:xfrm>
            <a:prstGeom prst="line">
              <a:avLst/>
            </a:prstGeom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E692FC0-5250-BBEA-F3DC-9B5BF95FA6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3786" y="2897923"/>
              <a:ext cx="182880" cy="18288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1E95D9D-079C-5D52-EF36-70087B2538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25022" y="3093929"/>
              <a:ext cx="182880" cy="18288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188A2CE-7ED6-759C-8486-87572E2173DC}"/>
                </a:ext>
              </a:extLst>
            </p:cNvPr>
            <p:cNvSpPr txBox="1"/>
            <p:nvPr/>
          </p:nvSpPr>
          <p:spPr>
            <a:xfrm>
              <a:off x="1853852" y="1478071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5B6FB96-A141-F505-5829-44C16E530B3C}"/>
                </a:ext>
              </a:extLst>
            </p:cNvPr>
            <p:cNvSpPr txBox="1"/>
            <p:nvPr/>
          </p:nvSpPr>
          <p:spPr>
            <a:xfrm>
              <a:off x="7341609" y="5148197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3807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086352C-051E-8A9C-BFBD-EFA146ADC013}"/>
              </a:ext>
            </a:extLst>
          </p:cNvPr>
          <p:cNvGrpSpPr/>
          <p:nvPr/>
        </p:nvGrpSpPr>
        <p:grpSpPr>
          <a:xfrm>
            <a:off x="1640909" y="1574800"/>
            <a:ext cx="6576166" cy="4566084"/>
            <a:chOff x="1640909" y="1574800"/>
            <a:chExt cx="6576166" cy="4566084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56A918C-BA18-F8D3-DD93-6B0691F14A66}"/>
                </a:ext>
              </a:extLst>
            </p:cNvPr>
            <p:cNvGrpSpPr/>
            <p:nvPr/>
          </p:nvGrpSpPr>
          <p:grpSpPr>
            <a:xfrm>
              <a:off x="1640909" y="1574800"/>
              <a:ext cx="6576166" cy="3238675"/>
              <a:chOff x="1640909" y="1574800"/>
              <a:chExt cx="6576166" cy="3238675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4DBA9C69-D7DC-91AD-6F21-DDE5E97261DD}"/>
                  </a:ext>
                </a:extLst>
              </p:cNvPr>
              <p:cNvGrpSpPr/>
              <p:nvPr/>
            </p:nvGrpSpPr>
            <p:grpSpPr>
              <a:xfrm>
                <a:off x="1640909" y="1574800"/>
                <a:ext cx="2016691" cy="3197617"/>
                <a:chOff x="5599134" y="1098810"/>
                <a:chExt cx="2016691" cy="3197617"/>
              </a:xfrm>
            </p:grpSpPr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E4865D49-560E-C777-B644-50917E0B7706}"/>
                    </a:ext>
                  </a:extLst>
                </p:cNvPr>
                <p:cNvSpPr/>
                <p:nvPr/>
              </p:nvSpPr>
              <p:spPr>
                <a:xfrm>
                  <a:off x="5599134" y="1139868"/>
                  <a:ext cx="2016691" cy="3156559"/>
                </a:xfrm>
                <a:prstGeom prst="rect">
                  <a:avLst/>
                </a:prstGeom>
                <a:noFill/>
                <a:ln w="508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" name="Straight Connector 3">
                  <a:extLst>
                    <a:ext uri="{FF2B5EF4-FFF2-40B4-BE49-F238E27FC236}">
                      <a16:creationId xmlns:a16="http://schemas.microsoft.com/office/drawing/2014/main" id="{A7B3DE67-5B41-9E41-FEB1-D446EF793512}"/>
                    </a:ext>
                  </a:extLst>
                </p:cNvPr>
                <p:cNvCxnSpPr/>
                <p:nvPr/>
              </p:nvCxnSpPr>
              <p:spPr>
                <a:xfrm>
                  <a:off x="5599134" y="2943616"/>
                  <a:ext cx="2016691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9E462CDD-3A2E-6ECC-A369-6B4483F7F0F7}"/>
                    </a:ext>
                  </a:extLst>
                </p:cNvPr>
                <p:cNvSpPr/>
                <p:nvPr/>
              </p:nvSpPr>
              <p:spPr>
                <a:xfrm>
                  <a:off x="5599134" y="2940484"/>
                  <a:ext cx="2016691" cy="1352811"/>
                </a:xfrm>
                <a:prstGeom prst="rect">
                  <a:avLst/>
                </a:prstGeom>
                <a:solidFill>
                  <a:schemeClr val="accent1">
                    <a:alpha val="20848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B94150F9-B4CA-5EEF-D71A-6FC72A373A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232829" y="1098810"/>
                  <a:ext cx="749300" cy="939800"/>
                </a:xfrm>
                <a:prstGeom prst="rect">
                  <a:avLst/>
                </a:prstGeom>
              </p:spPr>
            </p:pic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E219F366-3D7C-8D65-766E-54BEB493CD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39179" y="3109064"/>
                  <a:ext cx="736600" cy="939800"/>
                </a:xfrm>
                <a:prstGeom prst="rect">
                  <a:avLst/>
                </a:prstGeom>
              </p:spPr>
            </p:pic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41D704F4-599E-A834-67FE-712A8C2B3280}"/>
                  </a:ext>
                </a:extLst>
              </p:cNvPr>
              <p:cNvGrpSpPr/>
              <p:nvPr/>
            </p:nvGrpSpPr>
            <p:grpSpPr>
              <a:xfrm>
                <a:off x="6200384" y="1615858"/>
                <a:ext cx="2016691" cy="3197617"/>
                <a:chOff x="5599134" y="1098810"/>
                <a:chExt cx="2016691" cy="3197617"/>
              </a:xfrm>
            </p:grpSpPr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E14B9A4C-5029-847B-CD67-ABF3E3653F17}"/>
                    </a:ext>
                  </a:extLst>
                </p:cNvPr>
                <p:cNvSpPr/>
                <p:nvPr/>
              </p:nvSpPr>
              <p:spPr>
                <a:xfrm>
                  <a:off x="5599134" y="1139868"/>
                  <a:ext cx="2016691" cy="3156559"/>
                </a:xfrm>
                <a:prstGeom prst="rect">
                  <a:avLst/>
                </a:prstGeom>
                <a:noFill/>
                <a:ln w="508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024AE5C8-2A92-C60D-5B2F-9F11F64516CB}"/>
                    </a:ext>
                  </a:extLst>
                </p:cNvPr>
                <p:cNvCxnSpPr/>
                <p:nvPr/>
              </p:nvCxnSpPr>
              <p:spPr>
                <a:xfrm>
                  <a:off x="5599134" y="2943616"/>
                  <a:ext cx="2016691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67BE13DF-5398-F67A-1A75-670399B5BBE0}"/>
                    </a:ext>
                  </a:extLst>
                </p:cNvPr>
                <p:cNvSpPr/>
                <p:nvPr/>
              </p:nvSpPr>
              <p:spPr>
                <a:xfrm>
                  <a:off x="5599134" y="2940484"/>
                  <a:ext cx="2016691" cy="1352811"/>
                </a:xfrm>
                <a:prstGeom prst="rect">
                  <a:avLst/>
                </a:prstGeom>
                <a:solidFill>
                  <a:schemeClr val="accent1">
                    <a:alpha val="20848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46FED709-25ED-F2AD-88FA-AD482C8FF0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232829" y="1098810"/>
                  <a:ext cx="749300" cy="939800"/>
                </a:xfrm>
                <a:prstGeom prst="rect">
                  <a:avLst/>
                </a:prstGeom>
              </p:spPr>
            </p:pic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48CEDDC4-4EB6-313C-31F5-5F562F627C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39179" y="3109064"/>
                  <a:ext cx="736600" cy="939800"/>
                </a:xfrm>
                <a:prstGeom prst="rect">
                  <a:avLst/>
                </a:prstGeom>
              </p:spPr>
            </p:pic>
          </p:grpSp>
          <p:sp>
            <p:nvSpPr>
              <p:cNvPr id="14" name="Right Arrow 13">
                <a:extLst>
                  <a:ext uri="{FF2B5EF4-FFF2-40B4-BE49-F238E27FC236}">
                    <a16:creationId xmlns:a16="http://schemas.microsoft.com/office/drawing/2014/main" id="{2BC20DDE-A495-71A3-2847-2FF9666C6AC1}"/>
                  </a:ext>
                </a:extLst>
              </p:cNvPr>
              <p:cNvSpPr/>
              <p:nvPr/>
            </p:nvSpPr>
            <p:spPr>
              <a:xfrm>
                <a:off x="4171167" y="3194137"/>
                <a:ext cx="1503123" cy="390917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7F891A9-D3D2-4D11-13E7-A74D6102F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54679" y="5201084"/>
              <a:ext cx="1028700" cy="9398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6DEB8F9-60F3-B66F-57A6-F01EFC8E6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32387" y="2295395"/>
              <a:ext cx="1003300" cy="939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51139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5F7CC-6D42-1932-D801-E3ABB7629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BBCE5CD-5031-506A-DEEA-114A82D14090}"/>
              </a:ext>
            </a:extLst>
          </p:cNvPr>
          <p:cNvGrpSpPr/>
          <p:nvPr/>
        </p:nvGrpSpPr>
        <p:grpSpPr>
          <a:xfrm>
            <a:off x="1853852" y="989556"/>
            <a:ext cx="6463430" cy="4527973"/>
            <a:chOff x="1853852" y="989556"/>
            <a:chExt cx="6463430" cy="4527973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CAD43CF-C606-8A26-04D2-1F745680020D}"/>
                </a:ext>
              </a:extLst>
            </p:cNvPr>
            <p:cNvGrpSpPr/>
            <p:nvPr/>
          </p:nvGrpSpPr>
          <p:grpSpPr>
            <a:xfrm>
              <a:off x="1853852" y="1164921"/>
              <a:ext cx="6463430" cy="4352608"/>
              <a:chOff x="1853852" y="1164921"/>
              <a:chExt cx="6463430" cy="4352608"/>
            </a:xfrm>
          </p:grpSpPr>
          <p:cxnSp>
            <p:nvCxnSpPr>
              <p:cNvPr id="3" name="Straight Connector 2">
                <a:extLst>
                  <a:ext uri="{FF2B5EF4-FFF2-40B4-BE49-F238E27FC236}">
                    <a16:creationId xmlns:a16="http://schemas.microsoft.com/office/drawing/2014/main" id="{ED9B8B4F-2414-D1DA-D84F-768A28AB59C4}"/>
                  </a:ext>
                </a:extLst>
              </p:cNvPr>
              <p:cNvCxnSpPr/>
              <p:nvPr/>
            </p:nvCxnSpPr>
            <p:spPr>
              <a:xfrm>
                <a:off x="2192055" y="1164921"/>
                <a:ext cx="0" cy="385801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FD523AA7-0093-DE9C-2B35-D65837C6A4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2055" y="5022937"/>
                <a:ext cx="6125227" cy="208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7CA3706E-BCD4-6057-EAB8-A1887F117442}"/>
                  </a:ext>
                </a:extLst>
              </p:cNvPr>
              <p:cNvCxnSpPr/>
              <p:nvPr/>
            </p:nvCxnSpPr>
            <p:spPr>
              <a:xfrm flipV="1">
                <a:off x="3469710" y="3429000"/>
                <a:ext cx="1177446" cy="80479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C1E5B3E0-DFE9-B4F7-0D40-8AD38646B43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19284" y="1847403"/>
                <a:ext cx="40398" cy="158159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B665FC76-4EEF-0DA8-DF3B-EDF60C38EB94}"/>
                  </a:ext>
                </a:extLst>
              </p:cNvPr>
              <p:cNvCxnSpPr/>
              <p:nvPr/>
            </p:nvCxnSpPr>
            <p:spPr>
              <a:xfrm flipV="1">
                <a:off x="4647156" y="2705622"/>
                <a:ext cx="2455102" cy="72337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5B7A361-319E-184E-3E8E-3CCDCBA91D1A}"/>
                  </a:ext>
                </a:extLst>
              </p:cNvPr>
              <p:cNvSpPr txBox="1"/>
              <p:nvPr/>
            </p:nvSpPr>
            <p:spPr>
              <a:xfrm>
                <a:off x="3933172" y="2289039"/>
                <a:ext cx="5214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0F4C89-DA10-17FF-3FC8-009E0C91BE7A}"/>
                  </a:ext>
                </a:extLst>
              </p:cNvPr>
              <p:cNvSpPr txBox="1"/>
              <p:nvPr/>
            </p:nvSpPr>
            <p:spPr>
              <a:xfrm>
                <a:off x="5546210" y="2340569"/>
                <a:ext cx="5260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DFAE45E-A65A-E619-D63C-046E1D916E09}"/>
                  </a:ext>
                </a:extLst>
              </p:cNvPr>
              <p:cNvSpPr txBox="1"/>
              <p:nvPr/>
            </p:nvSpPr>
            <p:spPr>
              <a:xfrm>
                <a:off x="6400800" y="3645074"/>
                <a:ext cx="3193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CBCC5B2-1E54-546D-73C0-5C1FF7B987DC}"/>
                  </a:ext>
                </a:extLst>
              </p:cNvPr>
              <p:cNvSpPr txBox="1"/>
              <p:nvPr/>
            </p:nvSpPr>
            <p:spPr>
              <a:xfrm>
                <a:off x="4621060" y="3413157"/>
                <a:ext cx="5214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TP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6D2EF3-30F5-DE8E-3259-C52EC3A56A40}"/>
                  </a:ext>
                </a:extLst>
              </p:cNvPr>
              <p:cNvSpPr txBox="1"/>
              <p:nvPr/>
            </p:nvSpPr>
            <p:spPr>
              <a:xfrm>
                <a:off x="7078563" y="2473705"/>
                <a:ext cx="5260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C416952-CAB2-C7C5-6840-C2BB2171ECD0}"/>
                  </a:ext>
                </a:extLst>
              </p:cNvPr>
              <p:cNvSpPr txBox="1"/>
              <p:nvPr/>
            </p:nvSpPr>
            <p:spPr>
              <a:xfrm>
                <a:off x="1853852" y="1478071"/>
                <a:ext cx="317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2BCD7D9-A860-7D4B-61C6-5925834071A3}"/>
                  </a:ext>
                </a:extLst>
              </p:cNvPr>
              <p:cNvSpPr txBox="1"/>
              <p:nvPr/>
            </p:nvSpPr>
            <p:spPr>
              <a:xfrm>
                <a:off x="7341609" y="5148197"/>
                <a:ext cx="2952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98BCECC-52FA-5A31-417F-2498057E2510}"/>
                </a:ext>
              </a:extLst>
            </p:cNvPr>
            <p:cNvSpPr txBox="1"/>
            <p:nvPr/>
          </p:nvSpPr>
          <p:spPr>
            <a:xfrm>
              <a:off x="5142557" y="989556"/>
              <a:ext cx="7774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water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9086C91-5E34-F3D5-1F83-25DB16EE2112}"/>
              </a:ext>
            </a:extLst>
          </p:cNvPr>
          <p:cNvSpPr txBox="1"/>
          <p:nvPr/>
        </p:nvSpPr>
        <p:spPr>
          <a:xfrm>
            <a:off x="4707534" y="1487373"/>
            <a:ext cx="16149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Slightly </a:t>
            </a:r>
            <a:br>
              <a:rPr lang="en-US" dirty="0"/>
            </a:br>
            <a:r>
              <a:rPr lang="en-US" dirty="0"/>
              <a:t>negative slope</a:t>
            </a:r>
          </a:p>
        </p:txBody>
      </p:sp>
    </p:spTree>
    <p:extLst>
      <p:ext uri="{BB962C8B-B14F-4D97-AF65-F5344CB8AC3E}">
        <p14:creationId xmlns:p14="http://schemas.microsoft.com/office/powerpoint/2010/main" val="1545657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26</Words>
  <Application>Microsoft Macintosh PowerPoint</Application>
  <PresentationFormat>Widescreen</PresentationFormat>
  <Paragraphs>20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 Maginn</dc:creator>
  <cp:lastModifiedBy>Ed Maginn</cp:lastModifiedBy>
  <cp:revision>4</cp:revision>
  <dcterms:created xsi:type="dcterms:W3CDTF">2026-04-19T11:35:58Z</dcterms:created>
  <dcterms:modified xsi:type="dcterms:W3CDTF">2026-04-19T16:01:34Z</dcterms:modified>
</cp:coreProperties>
</file>